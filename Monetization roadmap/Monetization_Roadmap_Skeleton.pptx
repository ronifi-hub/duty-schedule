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Monetization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6C59FF"/>
                </a:solidFill>
              </a:rPr>
              <a:t>Q2 – 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280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Existing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76E79"/>
                </a:solidFill>
              </a:rPr>
              <a:t>Transition plan · Near &amp; far initiatives ·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640080" cy="640080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Growth: Visibility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76E79"/>
                </a:solidFill>
              </a:rPr>
              <a:t>Vision · Research · Non-admin users · Admins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74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Purchase Experiences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76E79"/>
                </a:solidFill>
              </a:rPr>
              <a:t>Top-up vs. recurring · Reaching the limit · Rollover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7315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Existing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4FF"/>
                </a:solidFill>
              </a:rPr>
              <a:t>Transition plan · Near &amp; far initiatives ·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solidFill>
            <a:srgbClr val="E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59FF"/>
                </a:solidFill>
              </a:rPr>
              <a:t>01 · EXISTING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Existing Customers: Transition Plan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3657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Near-term initiatives (Q2)
Add key initiatives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672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816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Far-term initiatives (Q3+)
Add key initiatives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96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Success metrics
Target conversion rate, timeline,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solidFill>
            <a:srgbClr val="E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59FF"/>
                </a:solidFill>
              </a:rPr>
              <a:t>01 · EXISTING ·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Research: Existing Customers — with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3657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Data
Key data points on AI-enabled existing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672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816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Initiatives
AI-specific initiatives for conversion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96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Specific touch points
Product moments / CX touchpoints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solidFill>
            <a:srgbClr val="E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59FF"/>
                </a:solidFill>
              </a:rPr>
              <a:t>01 · EXISTING · REGULAR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Research: Existing Customers — Regular (Non-AI)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3657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User pain points research
Key themes from user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672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816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Behavioral signals
Usage patterns, drop-offs, friction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96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Conversion levers
What would move these users?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7315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Growth: Visibility Worlds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4FF"/>
                </a:solidFill>
              </a:rPr>
              <a:t>Vision · Research · Non-admin users · Admins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solidFill>
            <a:srgbClr val="E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59FF"/>
                </a:solidFill>
              </a:rPr>
              <a:t>02 ·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Vision: The New World — Agents &amp; Users 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3657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North star vision
How should the new agent/user world look?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672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816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Key changes from today
What shifts in how users experience the platform?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96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Open questions
What do we still need to figure out?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solidFill>
            <a:srgbClr val="E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59FF"/>
                </a:solidFill>
              </a:rPr>
              <a:t>02 · GROWTH ·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Research: Visibility Worlds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3657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560070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4178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Research findings
Key insights from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9340" y="1737360"/>
            <a:ext cx="560070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0780" y="1783080"/>
            <a:ext cx="54178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Gaps &amp; unknowns
Areas requiring more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solidFill>
            <a:srgbClr val="E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59FF"/>
                </a:solidFill>
              </a:rPr>
              <a:t>02 · GROWTH · NON-ADMIN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Visibility Worlds: Non-Admin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3657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Current experience
How do non-admins experience limits/credits today?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672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816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Pain points
Friction and frustration areas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96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Proposed improvements
What should the experience look like?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solidFill>
            <a:srgbClr val="E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59FF"/>
                </a:solidFill>
              </a:rPr>
              <a:t>02 · GROWTH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Visibility Worlds: Admins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3657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Current admin experience
How do admins manage visibility &amp; credits today?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672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816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Pain points
What's missing or broken for admins?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96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Proposed improvements
Ideal admin visibility &amp; control experience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7315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Purchase Experiences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4FF"/>
                </a:solidFill>
              </a:rPr>
              <a:t>Top-up vs. recurring · Reaching the limit · Rollover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solidFill>
            <a:srgbClr val="E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59FF"/>
                </a:solidFill>
              </a:rPr>
              <a:t>03 · PURCHASE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Top-Up vs. Recurring Purchase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3657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Top-up (ad hoc)
User journey, friction, drop-off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672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816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Recurring purchase
Conversion rates, plan upgrade triggers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96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Hypothesis / recommendation
Which model to prioritize and why?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solidFill>
            <a:srgbClr val="E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59FF"/>
                </a:solidFill>
              </a:rPr>
              <a:t>03 · PURCHASE ·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Reaching the Limit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3657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44B32"/>
                </a:solidFill>
              </a:rPr>
              <a:t>⚠ Connects with Section 02 — Visibility Worlds research on admin notifications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Automatic overcharge
Current behavior + desired behavior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8160" y="196596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Admin alerts
Alert mechanism design
(connects with Visibility Worlds research)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1960" y="192024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3400" y="196596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Data: How many users hit the limit?
Frequency, segment breakdown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solidFill>
            <a:srgbClr val="E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59FF"/>
                </a:solidFill>
              </a:rPr>
              <a:t>03 · PURCHASE · ROLLOVER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</a:rPr>
              <a:t>Rollover as a 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3657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Data: Limit-hitting users
How many accounts reach limit each month/quarter?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672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816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Rollover mechanics
How would rollover work? Credit expiry, caps, etc.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1960" y="1737360"/>
            <a:ext cx="3688080" cy="4480560"/>
          </a:xfrm>
          <a:prstGeom prst="rect">
            <a:avLst/>
          </a:prstGeom>
          <a:solidFill>
            <a:srgbClr val="F5F6F8"/>
          </a:solidFill>
          <a:ln>
            <a:solidFill>
              <a:srgbClr val="676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1783080"/>
            <a:ext cx="350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6E79"/>
                </a:solidFill>
              </a:rPr>
              <a:t>Business case
Revenue impact, retention lift,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